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0" r:id="rId6"/>
    <p:sldId id="264" r:id="rId7"/>
    <p:sldId id="263" r:id="rId8"/>
    <p:sldId id="262" r:id="rId9"/>
    <p:sldId id="259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9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3659A-B76F-4572-90EC-11B164B9CA25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78DA3-3F14-4CD9-8376-B9B7FF4087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11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78DA3-3F14-4CD9-8376-B9B7FF4087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006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6F2A57-CE2C-69B8-F164-B4DC689FC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1ADA68-1DE1-925E-C6C9-B798B5861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CE61BF-625F-829E-C9FF-04E26FE4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7DC0FD-5ADE-7990-62FF-014A90E5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2B787D-0FD2-FE66-198C-DF45C766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52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38B2A-1C42-2089-54AA-D7D6348A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9A74DA-9478-B0DA-337F-253ECAE81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3BEDD-46CF-66E1-0B14-4363BA8C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49046-2F0F-F7C5-C3C2-915E8439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E39BB5-35A2-9CC1-E21B-E48F3BDB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40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27B7F-6214-B34E-3953-A2E4EDDA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6AB7E1-CD76-D57A-E5C9-503D4ECC1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B135F7-A5F8-2DAF-BED9-255C3169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1DFAA1-B146-55EB-6CD5-172F022A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9CCAC2-3D12-40F5-93E2-D60825AE3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66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C08EC-CEBC-FC81-7E81-3D905B22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5A30F5-8853-EA37-253B-47B3D5E7B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7B71CD-D7D4-E008-630C-EA46E289E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5CB20F-3D96-81F4-F52E-D7C2E92C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5C07E5-7C13-6F83-EF83-4A281844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FF0CD2-65D6-6F77-8C7E-6A581B12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3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17007-302A-E4E4-D27C-23591DD8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1FE2A6-6ECB-122E-A1C0-C777AB2F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DCC79A-9BAF-53B4-933B-D77903E07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7E2C75-C935-B793-CC43-9DED400A1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DF8068C-A5CD-37D9-27FD-E1F43F263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4AC1EED-A0BC-F4B1-5672-334AB8B9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7F4DA65-CE4A-5829-0C61-B6EBC5DC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B35064D-911A-8643-F85C-BF9FD1ED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67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78253-E5C8-AF2B-C559-1BBFBFA0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9378E8-8050-E24D-43A3-11EF5D08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A4F16F-BF3E-8493-F63C-F128D7FB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D33133-8F46-DF52-CF72-860A187F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50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24FD0EA-2610-CCD8-01BF-E7EF4DE9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38D5DEC-FF9A-3E58-96D6-CD94255D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09CCEA-49B5-6383-AB78-CED5ACEB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90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6FE09F-25FF-3E2C-6F2F-C06058B4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89579F-10E9-986B-F815-F9BBFD2D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CFCB39-9C7F-BF39-1F04-D18D0D726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110237-5C51-6606-D61C-4528ABC9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EFF083-FC7E-8E69-F7C3-E1DAF446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83F3F2-98D4-930B-0B47-5C8023BF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45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E83CBC-C37F-7CD7-BD34-8BB89C38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CBE4E3-3E13-78D7-11AD-D523C12FC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A88138-E42A-B655-20C8-C13F5A4E6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8570B8-4C42-33CB-AC4B-39A9C597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660B0B-B598-95A8-6E03-6A2DAF86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7BA4DF-DB04-7A1A-C381-C05EC7BD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57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B07C9-B07C-7EA3-595B-BB689488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3DFBDD-893A-A264-6D4D-3B4DA294B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4FCA2B-CAAA-1843-B870-C924140B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0F746D-D7B7-B03C-C0B3-60C8CE94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41312F-1FCC-E501-A3BA-A4C553FB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16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A1BF59-7240-6F0A-7D06-D79DD08BB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259BC9-7E0B-75C7-34B9-BEE6DFC78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BA4FFD-BDA8-3168-847D-E64F692C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2E37C0-6E14-DA96-6148-B188D300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B34939-7E24-9188-9805-55BE0FBD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65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9B05A3-E0D2-4905-83C1-D3179704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C46958-D13F-61F4-8FB0-70FD80B08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6E65B4-49C7-1906-D1A7-35B6CD15B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2511-69EA-4058-B4E3-8600A4079C1B}" type="datetimeFigureOut">
              <a:rPr kumimoji="1" lang="ja-JP" altLang="en-US" smtClean="0"/>
              <a:t>2025/7/27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063ACA-3ACD-D359-A50B-7CE7C833A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9C3BD6-1FA8-2696-CFE9-CDB88C512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F42E7-09BE-425B-A124-A44ED8A23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90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, テーブル, ツリーマップ図&#10;&#10;AI 生成コンテンツは誤りを含む可能性があります。">
            <a:extLst>
              <a:ext uri="{FF2B5EF4-FFF2-40B4-BE49-F238E27FC236}">
                <a16:creationId xmlns:a16="http://schemas.microsoft.com/office/drawing/2014/main" id="{CA2AF7E2-1A82-1D89-6DC5-B93570C17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19" y="0"/>
            <a:ext cx="457200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ED7E1A-0BCC-ABAC-253E-4047137E33A9}"/>
              </a:ext>
            </a:extLst>
          </p:cNvPr>
          <p:cNvSpPr txBox="1"/>
          <p:nvPr/>
        </p:nvSpPr>
        <p:spPr>
          <a:xfrm>
            <a:off x="661219" y="132736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90941655-9E5C-5515-FB86-6201721DF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303" y="0"/>
            <a:ext cx="4572000" cy="6858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E70587-8AAA-D5A2-B72F-41413CA545BE}"/>
              </a:ext>
            </a:extLst>
          </p:cNvPr>
          <p:cNvSpPr txBox="1"/>
          <p:nvPr/>
        </p:nvSpPr>
        <p:spPr>
          <a:xfrm>
            <a:off x="5705167" y="132736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24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9F7CB739-4631-CC74-96A4-8A02F1E6C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579" y="0"/>
            <a:ext cx="7940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1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3358E09A-9C6A-332A-C3CD-05FC13F4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11" y="1187167"/>
            <a:ext cx="3657740" cy="4114958"/>
          </a:xfrm>
          <a:prstGeom prst="rect">
            <a:avLst/>
          </a:prstGeom>
        </p:spPr>
      </p:pic>
      <p:pic>
        <p:nvPicPr>
          <p:cNvPr id="9" name="図 8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C15509FB-11DE-2AEF-9F7C-7DAABE530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669" y="1187167"/>
            <a:ext cx="3657740" cy="4114958"/>
          </a:xfrm>
          <a:prstGeom prst="rect">
            <a:avLst/>
          </a:prstGeom>
        </p:spPr>
      </p:pic>
      <p:pic>
        <p:nvPicPr>
          <p:cNvPr id="11" name="図 10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AD390FEB-1CAE-A5F7-ED3D-4A82395BE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427" y="1187167"/>
            <a:ext cx="3657740" cy="411495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B92255-9B11-C4F3-DA5C-C507D5F345EA}"/>
              </a:ext>
            </a:extLst>
          </p:cNvPr>
          <p:cNvSpPr txBox="1"/>
          <p:nvPr/>
        </p:nvSpPr>
        <p:spPr>
          <a:xfrm>
            <a:off x="557911" y="1094210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E1A49B2-8B17-43F3-88E3-6D97366EEBFD}"/>
              </a:ext>
            </a:extLst>
          </p:cNvPr>
          <p:cNvSpPr txBox="1"/>
          <p:nvPr/>
        </p:nvSpPr>
        <p:spPr>
          <a:xfrm>
            <a:off x="4484669" y="1094209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BE75B0-88F9-5B28-C1F0-991E475735A0}"/>
              </a:ext>
            </a:extLst>
          </p:cNvPr>
          <p:cNvSpPr txBox="1"/>
          <p:nvPr/>
        </p:nvSpPr>
        <p:spPr>
          <a:xfrm>
            <a:off x="8411427" y="1094209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88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0A629CB-E94C-05C3-DA96-EE83C38CC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303" y="0"/>
            <a:ext cx="4572000" cy="6858000"/>
          </a:xfrm>
          <a:prstGeom prst="rect">
            <a:avLst/>
          </a:prstGeom>
        </p:spPr>
      </p:pic>
      <p:pic>
        <p:nvPicPr>
          <p:cNvPr id="2" name="図 1" descr="アプリケーショ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2070637-D14C-76F4-3BFD-DEF090CD2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19" y="0"/>
            <a:ext cx="457200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ED7E1A-0BCC-ABAC-253E-4047137E33A9}"/>
              </a:ext>
            </a:extLst>
          </p:cNvPr>
          <p:cNvSpPr txBox="1"/>
          <p:nvPr/>
        </p:nvSpPr>
        <p:spPr>
          <a:xfrm>
            <a:off x="661219" y="132736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E70587-8AAA-D5A2-B72F-41413CA545BE}"/>
              </a:ext>
            </a:extLst>
          </p:cNvPr>
          <p:cNvSpPr txBox="1"/>
          <p:nvPr/>
        </p:nvSpPr>
        <p:spPr>
          <a:xfrm>
            <a:off x="5705167" y="132736"/>
            <a:ext cx="39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endParaRPr kumimoji="1" lang="ja-JP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92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AB157102-7387-F075-0A7C-5F00A1DD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579" y="0"/>
            <a:ext cx="7940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1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44D17CE-9197-CE53-008C-2BA63793F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3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F43744F-40A9-9081-E242-AA9CB27C1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7315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3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A2830FD1-7788-391A-DC0A-867BBF9AA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44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C33E01-3351-47E9-991A-AA04EE96A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2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E8D0BEA-C853-3721-E4C3-0BD3C1D86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0"/>
            <a:ext cx="6286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51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</Words>
  <Application>Microsoft Office PowerPoint</Application>
  <PresentationFormat>ワイド画面</PresentationFormat>
  <Paragraphs>8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萩原　広道</dc:creator>
  <cp:lastModifiedBy>萩原　広道</cp:lastModifiedBy>
  <cp:revision>7</cp:revision>
  <dcterms:created xsi:type="dcterms:W3CDTF">2025-07-27T03:46:24Z</dcterms:created>
  <dcterms:modified xsi:type="dcterms:W3CDTF">2025-07-27T05:46:19Z</dcterms:modified>
</cp:coreProperties>
</file>